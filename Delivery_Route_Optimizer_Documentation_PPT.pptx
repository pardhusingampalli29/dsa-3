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42B48"/>
                </a:solidFill>
              </a:rPr>
              <a:t>DELIVERY ROUTE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2316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2A64A0"/>
                </a:solidFill>
              </a:rPr>
              <a:t>Data Structures and Algorithms – 3 (25CS2103E)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S. Pardhu Saradhi (2520090043)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U. Shiva Reddy (2520090172)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Team 23 | Section 10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Guide: K. Chandusha, Asst. Prof., CS&amp;IT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2.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Delivery Route Optimizer is a DSA-based application for planning efficient delivery routes.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It models the road network as a weighted graph: locations are vertices and roads are weighted edges.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Dijkstra’s Shortest Path Algorithm with a Min Heap computes the shortest route.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application supports adding locations, connecting road distances, modifying routes, and finding the optimal delivery path.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Graphs, Hash Maps, Arrays, Priority Queues, and Greedy Algorithms are demonstrated.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Delivery companies need efficient routes between a warehouse and customer locations.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Manual route planning can be time-consuming and difficult to optimize.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Basic graph traversal may not provide the shortest weighted path.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Searching many possible routes can be computationally expensive.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project solves this using a weighted graph and Dijkstra’s shortest-path approach.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4.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Apply Data Structures and Algorithms to a practical logistics problem.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Reduce travel time, fuel consumption, and operational costs through efficient route selection.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Demonstrate the practical use of graphs, adjacency lists, priority queues, hash maps, arrays, and greedy processing.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Provide an easy-to-understand learning-oriented routing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5.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Represent delivery locations and roads as a weighted graph.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Store graph connections efficiently using an adjacency list.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Use the warehouse as the source location.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Apply Dijkstra’s algorithm to find an optimal delivery path.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Use a Min Heap Priority Queue to process the smallest current distance.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Allow locations and road distances to be added or modified.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Display the resulting optimal delivery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6.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Manual route planning – time-consuming and difficult to optimize.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Basic graph traversal – may not provide the shortest weighted path.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Inefficient graph representations – can require more memory for large networks.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Searching many possible routes – can be computationally expensive.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Proposed approach – Dijkstra + Min Heap + Adjacency List provides an efficient shortest-path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7.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Manual approaches do not provide a systematic shortest-path calculation.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Basic traversal is not sufficient for weighted shortest-path routing.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Large networks require an efficient graph representation.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project combines an adjacency list, Min Heap Priority Queue, and Dijkstra’s algorithm in one routing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8.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Input delivery locations and road distances.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Create the weighted graph.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Store connections using an adjacency list.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Select the warehouse as the source.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Initialize Dijkstra’s shortest-path calculation.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Process locations using a Min Heap.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Update shortest distances and previous nodes.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Trace and display the optimal route.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48056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Input</a:t>
            </a:r>
          </a:p>
        </p:txBody>
      </p:sp>
      <p:sp>
        <p:nvSpPr>
          <p:cNvPr id="7" name="Chevron 6"/>
          <p:cNvSpPr/>
          <p:nvPr/>
        </p:nvSpPr>
        <p:spPr>
          <a:xfrm>
            <a:off x="2690164" y="480060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18180" y="448056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Weighted Graph</a:t>
            </a:r>
          </a:p>
        </p:txBody>
      </p:sp>
      <p:sp>
        <p:nvSpPr>
          <p:cNvPr id="9" name="Chevron 8"/>
          <p:cNvSpPr/>
          <p:nvPr/>
        </p:nvSpPr>
        <p:spPr>
          <a:xfrm>
            <a:off x="4913985" y="480060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42001" y="448056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Adjacency List</a:t>
            </a:r>
          </a:p>
        </p:txBody>
      </p:sp>
      <p:sp>
        <p:nvSpPr>
          <p:cNvPr id="11" name="Chevron 10"/>
          <p:cNvSpPr/>
          <p:nvPr/>
        </p:nvSpPr>
        <p:spPr>
          <a:xfrm>
            <a:off x="7137806" y="480060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65822" y="448056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Dijkstra + Min Heap</a:t>
            </a:r>
          </a:p>
        </p:txBody>
      </p:sp>
      <p:sp>
        <p:nvSpPr>
          <p:cNvPr id="13" name="Chevron 12"/>
          <p:cNvSpPr/>
          <p:nvPr/>
        </p:nvSpPr>
        <p:spPr>
          <a:xfrm>
            <a:off x="9361627" y="480060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89643" y="448056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Optimal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9.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flow from input data to optimized delivery route: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Locations +
Road Distances</a:t>
            </a:r>
          </a:p>
        </p:txBody>
      </p:sp>
      <p:sp>
        <p:nvSpPr>
          <p:cNvPr id="7" name="Chevron 6"/>
          <p:cNvSpPr/>
          <p:nvPr/>
        </p:nvSpPr>
        <p:spPr>
          <a:xfrm>
            <a:off x="2690164" y="306324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18180" y="274320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Weighted
Graph</a:t>
            </a:r>
          </a:p>
        </p:txBody>
      </p:sp>
      <p:sp>
        <p:nvSpPr>
          <p:cNvPr id="9" name="Chevron 8"/>
          <p:cNvSpPr/>
          <p:nvPr/>
        </p:nvSpPr>
        <p:spPr>
          <a:xfrm>
            <a:off x="4913985" y="306324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042001" y="274320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Adjacency
List</a:t>
            </a:r>
          </a:p>
        </p:txBody>
      </p:sp>
      <p:sp>
        <p:nvSpPr>
          <p:cNvPr id="11" name="Chevron 10"/>
          <p:cNvSpPr/>
          <p:nvPr/>
        </p:nvSpPr>
        <p:spPr>
          <a:xfrm>
            <a:off x="7137806" y="306324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65822" y="274320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Dijkstra +
Min Heap</a:t>
            </a:r>
          </a:p>
        </p:txBody>
      </p:sp>
      <p:sp>
        <p:nvSpPr>
          <p:cNvPr id="13" name="Chevron 12"/>
          <p:cNvSpPr/>
          <p:nvPr/>
        </p:nvSpPr>
        <p:spPr>
          <a:xfrm>
            <a:off x="9361627" y="3063240"/>
            <a:ext cx="109728" cy="365760"/>
          </a:xfrm>
          <a:prstGeom prst="chevron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89643" y="2743200"/>
            <a:ext cx="2077516" cy="1051560"/>
          </a:xfrm>
          <a:prstGeom prst="roundRect">
            <a:avLst/>
          </a:prstGeom>
          <a:solidFill>
            <a:srgbClr val="EFF5FA"/>
          </a:solidFill>
          <a:ln>
            <a:solidFill>
              <a:srgbClr val="2A6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42B48"/>
                </a:solidFill>
              </a:rPr>
              <a:t>Optimal
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Input locations and distances are converted into a weighted graph.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The graph is stored using an adjacency list.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Dijkstra’s algorithm processes the graph with a Min Heap.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</a:defRPr>
            </a:pPr>
            <a:r>
              <a:t>• The shortest route is reconstructed and displayed.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11. Dataset / Input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No separate external dataset or CSV file is specified in the submitted materials.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Input consists of delivery locations and road distances.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Locations represent graph vertices.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Roads represent weighted edges.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Warehouse is used as the source 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12. Implementation –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Module 1 handles locations and road connections.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Create the weighted graph from input.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Store graph connections using an adjacency list.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Add new locations and connect them with road distances.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Modify existing route connections when required.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13. Implementation –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Module 2 performs shortest-path calculation.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Initialize shortest distances from the warehouse.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Insert the source into the Min Heap.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Select the location with the smallest current distance.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Relax connected locations when a shorter route is found.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Track previous nodes for route reconstruction.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14. Implementation –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Module 3 reconstructs and displays the optimal route.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Trace previous nodes from destination back to source.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Construct the route sequence.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Display the selected shortest route.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Provide an easy-to-understand output for the user.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15.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Processor: Intel Core i3 or equivalent.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RAM: Minimum 4 GB.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Storage: Minimum 500 MB free space.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Operating System: Windows or Linux.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Standard monitor, keyboard and mouse.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Internet connection is optional for the basic algorithm.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16.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system is designed to generate an optimal delivery route between warehouse and customer locations.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weighted graph represents the delivery network.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Dijkstra’s algorithm determines the shortest path.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Min Heap supports selection of the smallest current distance.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final output is the optimal delivery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17.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Adjacency List is used for memory-efficient graph representation.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Min Heap supports efficient selection of the smallest current distance.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Dijkstra’s algorithm provides shortest-path processing for the weighted graph.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Measured execution-time and memory benchmarks were not included in the submitted PPT.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18. Screenshots / Working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A7F9DD-1515-109A-F5CA-2AD0DFFBC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03" y="1033960"/>
            <a:ext cx="4796944" cy="26331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EBA7F3-5DDC-C3BE-F228-20E09F95E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096" y="1625917"/>
            <a:ext cx="3952402" cy="44657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E1C667-EA3D-629B-044A-C238E1429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76" y="3795252"/>
            <a:ext cx="5322152" cy="283386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19. Comparison with 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Manual planning → time-consuming; proposed system uses algorithm-based routing.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Basic traversal → may miss the shortest weighted path; proposed system uses Dijkstra.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Inefficient graph storage → higher memory use; proposed system uses an adjacency list.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Extensive route searching → computationally expensive; proposed system uses a Min Heap.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Manual route selection → proposed system generates the optimal route.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20. 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Challenge: Finding efficient routes → Solution: Dijkstra’s Shortest Path Algorithm.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Challenge: Storing road connections → Solution: Adjacency List.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Challenge: Selecting the smallest distance → Solution: Min Heap Priority Queue.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Challenge: Managing location information → Solution: Arrays / Hash Maps.</a:t>
            </a:r>
          </a:p>
          <a:p>
            <a:pPr>
              <a:spcAft>
                <a:spcPts val="1000"/>
              </a:spcAft>
              <a:defRPr sz="1600">
                <a:solidFill>
                  <a:srgbClr val="232323"/>
                </a:solidFill>
              </a:defRPr>
            </a:pPr>
            <a:r>
              <a:t>• Challenge: Showing the final route → Solution: Previous-node tracking and route reconstruction.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21. Current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Project title, team details, and abstract finalized.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Problem context and methodology defined.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Weighted graph and adjacency-list representation established.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Dijkstra and Min Heap processing identified.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DSA concepts and software/hardware requirements documented.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Final project PPT prepared.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22.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Test the system with larger and more realistic road networks.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Add detailed route visualization.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Provide numerical performance benchmarks for different graph sizes.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Support additional route constraints.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Improve the user interface for location and road-distance entry.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Evaluate multiple test cases and compare execution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Delivery Route Optimizer applies DSA concepts to a practical logistics routing problem.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Locations and roads are modeled as a weighted graph.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An adjacency list provides efficient graph storage.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Dijkstra’s algorithm with a Min Heap calculates an optimal delivery route.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The project demonstrates practical use of Graphs, Arrays, Hash Maps, Priority Queues, and Greedy 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24.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Delivery Route Optimizer – Project Abstract, DSA-3 (25CS2103E), A.Y. 2026–2027.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Delivery Route Optimizer – Final Project PPT, Team 23, Section 10.</a:t>
            </a:r>
          </a:p>
          <a:p>
            <a:pPr>
              <a:spcAft>
                <a:spcPts val="1000"/>
              </a:spcAft>
              <a:defRPr sz="1700">
                <a:solidFill>
                  <a:srgbClr val="232323"/>
                </a:solidFill>
              </a:defRPr>
            </a:pPr>
            <a:r>
              <a:t>• Project materials covering weighted graphs, adjacency lists, Dijkstra’s Shortest Path Algorithm, and Min Heap Priority Queues.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42B48"/>
                </a:solidFill>
              </a:rPr>
              <a:t>25. DSA Concepts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43891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646E78"/>
                </a:solidFill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64A0"/>
                </a:solidFill>
              </a:rPr>
              <a:t>Core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</a:defRPr>
            </a:pPr>
            <a:r>
              <a:t>• Graph – represents locations and roads.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</a:defRPr>
            </a:pPr>
            <a:r>
              <a:t>• Adjacency List – stores graph connections efficiently.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</a:defRPr>
            </a:pPr>
            <a:r>
              <a:t>• Array – stores distance and route information.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</a:defRPr>
            </a:pPr>
            <a:r>
              <a:t>• Hash Map – supports location-related data management.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A64A0"/>
                </a:solidFill>
              </a:rPr>
              <a:t>Algorithmic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37360"/>
            <a:ext cx="5074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</a:defRPr>
            </a:pPr>
            <a:r>
              <a:t>• Min Heap – selects the smallest distance.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</a:defRPr>
            </a:pPr>
            <a:r>
              <a:t>• Dijkstra – finds the shortest path.</a:t>
            </a:r>
          </a:p>
          <a:p>
            <a:pPr>
              <a:spcAft>
                <a:spcPts val="700"/>
              </a:spcAft>
              <a:defRPr sz="1600">
                <a:solidFill>
                  <a:srgbClr val="232323"/>
                </a:solidFill>
              </a:defRPr>
            </a:pPr>
            <a:r>
              <a:t>• Greedy Approach – chooses the currently closest location.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Delivery Route Optimizer | DSA-3 | Team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1668</Words>
  <Application>Microsoft Office PowerPoint</Application>
  <PresentationFormat>Widescreen</PresentationFormat>
  <Paragraphs>203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pardhu singampalli</cp:lastModifiedBy>
  <cp:revision>2</cp:revision>
  <dcterms:created xsi:type="dcterms:W3CDTF">2013-01-27T09:14:16Z</dcterms:created>
  <dcterms:modified xsi:type="dcterms:W3CDTF">2026-10-07T05:23:35Z</dcterms:modified>
  <cp:category/>
</cp:coreProperties>
</file>